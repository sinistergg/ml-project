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PlaceIQ — Phase 2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CIE ML Project | Weeks 6–10 | 2026</a:t>
            </a:r>
          </a:p>
          <a:p>
            <a:r>
              <a:t>Model Comparison • Tuning • Evaluation • Deployment • CI/CD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Week 6: Model Comparison &amp; Experimentation</a:t>
            </a:r>
          </a:p>
          <a:p>
            <a:pPr/>
            <a:r>
              <a:t>Week 7: Tuning, Calibration &amp; Selection</a:t>
            </a:r>
          </a:p>
          <a:p>
            <a:pPr/>
            <a:r>
              <a:t>Week 8: Evaluation, SHAP &amp; Counterfactuals</a:t>
            </a:r>
          </a:p>
          <a:p>
            <a:pPr/>
            <a:r>
              <a:t>Week 9: Deployment, CI/CD &amp; Monitoring</a:t>
            </a:r>
          </a:p>
          <a:p>
            <a:pPr/>
            <a:r>
              <a:t>Week 10: Testing, Report &amp; Viva</a:t>
            </a:r>
          </a:p>
          <a:p>
            <a:pPr/>
            <a:r>
              <a:t>Results, Demo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6 — Leakage Fix, SMOTENC &amp; Benchmarking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Removed pre-split imputation leakage (fit in pipeline)</a:t>
            </a:r>
          </a:p>
          <a:p>
            <a:pPr/>
            <a:r>
              <a:t>Categorical-safe resampling (SMOTENC) with fallback</a:t>
            </a:r>
          </a:p>
          <a:p>
            <a:pPr/>
            <a:r>
              <a:t>Benchmarked LR, RF, GB, XGBoost, SVC + Voting/Stacking</a:t>
            </a:r>
          </a:p>
          <a:p>
            <a:pPr/>
            <a:r>
              <a:t>Evaluation: ROC-AUC, F1, Brier | RepeatedStratifiedKFold</a:t>
            </a:r>
          </a:p>
          <a:p>
            <a:pPr/>
            <a:r>
              <a:t>Best CV: SVC 0.948 (stable)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7 — Optuna Tuning, OOF Calibration &amp;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Expanded search spaces + MedianPruner, track param importances</a:t>
            </a:r>
          </a:p>
          <a:p>
            <a:pPr/>
            <a:r>
              <a:t>OOF calibration via cross_val_predict (fixes leakage)</a:t>
            </a:r>
          </a:p>
          <a:p>
            <a:pPr/>
            <a:r>
              <a:t>Champion selection: CV AUC → Brier → F1</a:t>
            </a:r>
          </a:p>
          <a:p>
            <a:pPr/>
            <a:r>
              <a:t>Salary regressor hardened (log-target + P80 residual margin)</a:t>
            </a:r>
          </a:p>
          <a:p>
            <a:pPr/>
            <a:r>
              <a:t>Threshold tuned to maximise F1 (0.553)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8 — SHAP, Counterfactuals &amp; Error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Fixed SHAP to positive-class slicing for multi-class/tree outputs</a:t>
            </a:r>
          </a:p>
          <a:p>
            <a:pPr/>
            <a:r>
              <a:t>Ethical counterfactual engine (immutable vs actionable)</a:t>
            </a:r>
          </a:p>
          <a:p>
            <a:pPr/>
            <a:r>
              <a:t>Diagnostics: ROC/PR, calibration, confusion (raw+normalised), learning curve</a:t>
            </a:r>
          </a:p>
          <a:p>
            <a:pPr/>
            <a:r>
              <a:t>Permutation vs SHAP comparison plot</a:t>
            </a:r>
          </a:p>
          <a:p>
            <a:pPr/>
            <a:r>
              <a:t>Actionable insights surfaced in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9 — Deployment, CI/CD &amp; Drift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/api/health, /api/ready, /api/admin/reload (decoupled probes)</a:t>
            </a:r>
          </a:p>
          <a:p>
            <a:pPr/>
            <a:r>
              <a:t>Streamlit refresh button + sidebar metadata</a:t>
            </a:r>
          </a:p>
          <a:p>
            <a:pPr/>
            <a:r>
              <a:t>Static UI: CSV drag-drop, toasts, theme persistence</a:t>
            </a:r>
          </a:p>
          <a:p>
            <a:pPr/>
            <a:r>
              <a:t>Locked prediction logging + PSI drift monitoring</a:t>
            </a:r>
          </a:p>
          <a:p>
            <a:pPr/>
            <a:r>
              <a:t>GitHub Actions + Docker Compose hardening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10 — Testing, Report &amp; Demo Prep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New tests: salary, counterfactual, monitor, end-to-end pipeline</a:t>
            </a:r>
          </a:p>
          <a:p>
            <a:pPr/>
            <a:r>
              <a:t>47 tests passing | lint improved</a:t>
            </a:r>
          </a:p>
          <a:p>
            <a:pPr/>
            <a:r>
              <a:t>Report updated with Phase 1+2 mapping</a:t>
            </a:r>
          </a:p>
          <a:p>
            <a:pPr/>
            <a:r>
              <a:t>Demo runbook ready</a:t>
            </a:r>
          </a:p>
          <a:p>
            <a:pPr/>
            <a:r>
              <a:t>Final integration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Results (Held-out Test)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Champion: SVC (surrogate XGBoost for SHAP)</a:t>
            </a:r>
          </a:p>
          <a:p>
            <a:pPr/>
            <a:r>
              <a:t>ROC-AUC: 0.913 | PR-AUC: 0.962 | F1: 0.873</a:t>
            </a:r>
          </a:p>
          <a:p>
            <a:pPr/>
            <a:r>
              <a:t>Precision: 0.960 | Recall: 0.800 | Brier: 0.135</a:t>
            </a:r>
          </a:p>
          <a:p>
            <a:pPr/>
            <a:r>
              <a:t>Threshold: 0.553 (F1-optimised)</a:t>
            </a:r>
          </a:p>
          <a:p>
            <a:pPr/>
            <a:r>
              <a:t>SHAP + Counterfactuals + Salary estimation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1) Single prediction with gauge + SHAP waterfall</a:t>
            </a:r>
          </a:p>
          <a:p>
            <a:pPr/>
            <a:r>
              <a:t>2) Counterfactual: flip outcome with actionable steps</a:t>
            </a:r>
          </a:p>
          <a:p>
            <a:pPr/>
            <a:r>
              <a:t>3) Batch scoring (CSV)</a:t>
            </a:r>
          </a:p>
          <a:p>
            <a:pPr/>
            <a:r>
              <a:t>4) Model comparison, learning curve &amp; drift monitor</a:t>
            </a:r>
          </a:p>
          <a:p>
            <a:pPr/>
            <a:r>
              <a:t>5) GitHub CI green + API docs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