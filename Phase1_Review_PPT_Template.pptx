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86716-9EDF-323F-5EFA-D69D5F5A5A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28617F-A000-3FDE-E02B-7CF241FA2B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2EAE44-D969-217D-5688-9E14B17AE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7C6D1-2690-4507-8ED7-9584626263F7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12BFD4-02E0-2205-520C-E60FFCA21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Machine Learning (BIC703) – Mini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7F0D91-203B-0642-5D9A-028AF9779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EC39-5CBF-4907-BA24-C7BA67D29FFA}" type="slidenum">
              <a:rPr lang="en-IN" smtClean="0"/>
              <a:t>‹#›</a:t>
            </a:fld>
            <a:endParaRPr lang="en-IN"/>
          </a:p>
        </p:txBody>
      </p:sp>
      <p:pic>
        <p:nvPicPr>
          <p:cNvPr id="10" name="Image 2">
            <a:extLst>
              <a:ext uri="{FF2B5EF4-FFF2-40B4-BE49-F238E27FC236}">
                <a16:creationId xmlns:a16="http://schemas.microsoft.com/office/drawing/2014/main" id="{99720ED9-AF3E-11A8-479C-2F9B0D3933F6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967391" y="367400"/>
            <a:ext cx="890905" cy="8616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BEF5967-310A-391F-74A3-654D5AA97E3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0516" y="325951"/>
            <a:ext cx="796412" cy="79641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3883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82391-1F52-61DC-081A-F25E64139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A6F0A-5E8E-03A0-2730-C169A3A30E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D0563-0168-AB66-2F3B-BDD0E6B46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7C6D1-2690-4507-8ED7-9584626263F7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2911EF-E510-7335-7EF4-96FCB86BE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Machine Learning (BIC703) – Mini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D6B59-0CE8-4BDB-601E-6FBAE794C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EC39-5CBF-4907-BA24-C7BA67D29F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6177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4E97-A1A0-57BE-EA4D-B6C31392E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41DDF5-9521-D4F9-2FCD-8984F465D5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E7C012-FF37-559A-4CA2-73FEEC627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7C6D1-2690-4507-8ED7-9584626263F7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FB9008-142F-9A69-3759-6B7A65EB7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EC39-5CBF-4907-BA24-C7BA67D29FFA}" type="slidenum">
              <a:rPr lang="en-IN" smtClean="0"/>
              <a:t>‹#›</a:t>
            </a:fld>
            <a:endParaRPr lang="en-IN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BD3FBD02-4683-72E6-E029-DB0496C33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IN" dirty="0"/>
              <a:t>Machine Learning (BIC703) – Mini Project</a:t>
            </a:r>
          </a:p>
        </p:txBody>
      </p:sp>
    </p:spTree>
    <p:extLst>
      <p:ext uri="{BB962C8B-B14F-4D97-AF65-F5344CB8AC3E}">
        <p14:creationId xmlns:p14="http://schemas.microsoft.com/office/powerpoint/2010/main" val="1890306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F15D7-A51F-F41B-39FF-AB7E88E52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ECE4CD-8C82-9DB3-8840-4EDC72D810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A856CA-30D7-5999-3FBC-0F5F2F812C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5100FF-56EE-10AB-B1BF-45AC6A448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7C6D1-2690-4507-8ED7-9584626263F7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95F3A3-1E10-29C8-667A-F234A98C2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EC39-5CBF-4907-BA24-C7BA67D29FFA}" type="slidenum">
              <a:rPr lang="en-IN" smtClean="0"/>
              <a:t>‹#›</a:t>
            </a:fld>
            <a:endParaRPr lang="en-I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D3D3C897-671E-AAD9-F825-2BE77A5AA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IN" dirty="0"/>
              <a:t>Machine Learning (BIC703) – Mini Project</a:t>
            </a:r>
          </a:p>
        </p:txBody>
      </p:sp>
    </p:spTree>
    <p:extLst>
      <p:ext uri="{BB962C8B-B14F-4D97-AF65-F5344CB8AC3E}">
        <p14:creationId xmlns:p14="http://schemas.microsoft.com/office/powerpoint/2010/main" val="3922823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7474C-FC76-F4F2-3B26-EC1DDA5AA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E0229A-884A-9108-93AA-78A8CD92D5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31CAED-B1C9-4F42-F404-F2B7E24D93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FDA9EE-01E0-A28F-E57F-A5E09FE3FB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FB02BD-1930-09BE-A2F4-406C277AF6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14311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610348-2461-1CD0-9ADC-3E73B4ED8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7C6D1-2690-4507-8ED7-9584626263F7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A2C61A-C3E1-D6E5-EB10-DABDECE83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EC39-5CBF-4907-BA24-C7BA67D29FFA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C617FC9C-8D26-7FFC-11C1-183DFD433A97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038600" y="636558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IN" dirty="0"/>
              <a:t>Machine Learning (BIC703) – Mini Project</a:t>
            </a:r>
          </a:p>
        </p:txBody>
      </p:sp>
    </p:spTree>
    <p:extLst>
      <p:ext uri="{BB962C8B-B14F-4D97-AF65-F5344CB8AC3E}">
        <p14:creationId xmlns:p14="http://schemas.microsoft.com/office/powerpoint/2010/main" val="2409060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919FC-924D-0214-93E4-75668C735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2C463D-9251-97CA-3483-9E9661AD0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7C6D1-2690-4507-8ED7-9584626263F7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C7127F-28AD-1060-D196-37AC9F651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EC39-5CBF-4907-BA24-C7BA67D29FFA}" type="slidenum">
              <a:rPr lang="en-IN" smtClean="0"/>
              <a:t>‹#›</a:t>
            </a:fld>
            <a:endParaRPr lang="en-I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72C2D160-258D-B55B-1D39-642963FC95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IN" dirty="0"/>
              <a:t>Machine Learning (BIC703) – Mini Project</a:t>
            </a:r>
          </a:p>
        </p:txBody>
      </p:sp>
    </p:spTree>
    <p:extLst>
      <p:ext uri="{BB962C8B-B14F-4D97-AF65-F5344CB8AC3E}">
        <p14:creationId xmlns:p14="http://schemas.microsoft.com/office/powerpoint/2010/main" val="1778760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108AFF-1A82-CB82-63D7-2CC0A2BB4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7C6D1-2690-4507-8ED7-9584626263F7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A3B92C-D1E2-A864-F3C4-A011AB741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EC39-5CBF-4907-BA24-C7BA67D29FFA}" type="slidenum">
              <a:rPr lang="en-IN" smtClean="0"/>
              <a:t>‹#›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A9053-D63C-D290-EEE5-536812246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IN" dirty="0"/>
              <a:t>Machine Learning (BIC703) – Mini Project</a:t>
            </a:r>
          </a:p>
        </p:txBody>
      </p:sp>
    </p:spTree>
    <p:extLst>
      <p:ext uri="{BB962C8B-B14F-4D97-AF65-F5344CB8AC3E}">
        <p14:creationId xmlns:p14="http://schemas.microsoft.com/office/powerpoint/2010/main" val="2932840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43D4E-EADE-9A7A-DA20-01114D0D3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466102-7905-0869-A480-56B269959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EFAED8-3E45-363D-A855-844EA07E37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155655-C12D-0767-0FEE-F2B3B6292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7C6D1-2690-4507-8ED7-9584626263F7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F141E4-CEAE-3A45-1F6C-45C5A7EFA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EC39-5CBF-4907-BA24-C7BA67D29FFA}" type="slidenum">
              <a:rPr lang="en-IN" smtClean="0"/>
              <a:t>‹#›</a:t>
            </a:fld>
            <a:endParaRPr lang="en-I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AB938D2-E546-120C-93F9-1DFDB07325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IN" dirty="0"/>
              <a:t>Machine Learning (BIC703) – Mini Project</a:t>
            </a:r>
          </a:p>
        </p:txBody>
      </p:sp>
    </p:spTree>
    <p:extLst>
      <p:ext uri="{BB962C8B-B14F-4D97-AF65-F5344CB8AC3E}">
        <p14:creationId xmlns:p14="http://schemas.microsoft.com/office/powerpoint/2010/main" val="325188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8340C-C292-055C-117E-618BF46E0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ADC862-64FA-9394-3B11-52FCF6A805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24875B-AF41-8920-FD82-F73C30BF23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EF77DC-D1FD-BFB9-3262-149B6160A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7C6D1-2690-4507-8ED7-9584626263F7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28EED8-FE1E-32EB-E5B4-C184A1F1D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EC39-5CBF-4907-BA24-C7BA67D29FFA}" type="slidenum">
              <a:rPr lang="en-IN" smtClean="0"/>
              <a:t>‹#›</a:t>
            </a:fld>
            <a:endParaRPr lang="en-I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EE4ED3F-4044-DC7F-434C-0149391431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IN" dirty="0"/>
              <a:t>Machine Learning (BIC703) – Mini Project</a:t>
            </a:r>
          </a:p>
        </p:txBody>
      </p:sp>
    </p:spTree>
    <p:extLst>
      <p:ext uri="{BB962C8B-B14F-4D97-AF65-F5344CB8AC3E}">
        <p14:creationId xmlns:p14="http://schemas.microsoft.com/office/powerpoint/2010/main" val="37034141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E7FDD-EAFF-6DDD-F9BA-6341A8E06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7E8A53-F21D-E3E8-3AB4-377CD0DC26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F11955-E92E-797D-D414-0B6094C36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7C6D1-2690-4507-8ED7-9584626263F7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51F0F-315E-8026-ED73-631E17F89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EC39-5CBF-4907-BA24-C7BA67D29FFA}" type="slidenum">
              <a:rPr lang="en-IN" smtClean="0"/>
              <a:t>‹#›</a:t>
            </a:fld>
            <a:endParaRPr lang="en-IN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CFB17DC8-E1E7-D4AD-1E82-BEA0E3D1FE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IN" dirty="0"/>
              <a:t>Machine Learning (BIC703) – Mini Project</a:t>
            </a:r>
          </a:p>
        </p:txBody>
      </p:sp>
    </p:spTree>
    <p:extLst>
      <p:ext uri="{BB962C8B-B14F-4D97-AF65-F5344CB8AC3E}">
        <p14:creationId xmlns:p14="http://schemas.microsoft.com/office/powerpoint/2010/main" val="178416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92C377-1268-9299-D85B-8D62D5B2E6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49B74E-7945-02DA-127E-09F15F15F7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788F0C-CE6D-366B-DCC4-3E2E5F2BB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7C6D1-2690-4507-8ED7-9584626263F7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D6A273-A519-5471-FF8F-84057D005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EC39-5CBF-4907-BA24-C7BA67D29FFA}" type="slidenum">
              <a:rPr lang="en-IN" smtClean="0"/>
              <a:t>‹#›</a:t>
            </a:fld>
            <a:endParaRPr lang="en-IN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ED1880A9-DF9B-8E8C-86D4-3FCD1034EF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IN" dirty="0"/>
              <a:t>Machine Learning (BIC703) – Mini Project</a:t>
            </a:r>
          </a:p>
        </p:txBody>
      </p:sp>
    </p:spTree>
    <p:extLst>
      <p:ext uri="{BB962C8B-B14F-4D97-AF65-F5344CB8AC3E}">
        <p14:creationId xmlns:p14="http://schemas.microsoft.com/office/powerpoint/2010/main" val="2767699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584189-2AA2-11B6-FD19-9BD9B876F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5A0A3E-30C0-032F-8B77-BB647AAD44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B5A5D4-55CD-E615-ED10-3ED4248D7F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67C6D1-2690-4507-8ED7-9584626263F7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ABA8F1-AC8A-2369-1DAE-993BA165E5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IN" dirty="0"/>
              <a:t>Machine Learning (BIC703) – Mini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CF5873-5066-BCDB-51CA-5F23D860AB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EBEC39-5CBF-4907-BA24-C7BA67D29F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4951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5888F-0ABE-6340-DD1F-BA1ACA962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35318"/>
            <a:ext cx="9144000" cy="1655762"/>
          </a:xfrm>
        </p:spPr>
        <p:txBody>
          <a:bodyPr/>
          <a:lstStyle/>
          <a:p>
            <a:r>
              <a:rPr lang="en-IN" dirty="0"/>
              <a:t>&lt;Project Title&gt;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17A87D-EC17-D0C1-8C3E-238F744C17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2843" y="3965832"/>
            <a:ext cx="9144000" cy="1655762"/>
          </a:xfrm>
        </p:spPr>
        <p:txBody>
          <a:bodyPr/>
          <a:lstStyle/>
          <a:p>
            <a:r>
              <a:rPr lang="en-IN" dirty="0"/>
              <a:t>Team Member Details</a:t>
            </a:r>
          </a:p>
          <a:p>
            <a:r>
              <a:rPr lang="en-IN" dirty="0"/>
              <a:t>&lt;USN&gt; : &lt;Student Name&gt;</a:t>
            </a:r>
          </a:p>
          <a:p>
            <a:r>
              <a:rPr lang="en-IN" dirty="0"/>
              <a:t>&lt;USN&gt; : &lt;Student Name&gt;</a:t>
            </a:r>
          </a:p>
        </p:txBody>
      </p:sp>
      <p:pic>
        <p:nvPicPr>
          <p:cNvPr id="4" name="Image 2">
            <a:extLst>
              <a:ext uri="{FF2B5EF4-FFF2-40B4-BE49-F238E27FC236}">
                <a16:creationId xmlns:a16="http://schemas.microsoft.com/office/drawing/2014/main" id="{B80E7C37-48E7-7B3D-F9F9-955A36F4849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967391" y="367400"/>
            <a:ext cx="890905" cy="861632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3712F46-A073-C683-A929-E28D18D7F3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0516" y="325951"/>
            <a:ext cx="796412" cy="79641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B30754F-D9AF-74C3-70E5-474DF0FA50A6}"/>
              </a:ext>
            </a:extLst>
          </p:cNvPr>
          <p:cNvCxnSpPr/>
          <p:nvPr/>
        </p:nvCxnSpPr>
        <p:spPr>
          <a:xfrm>
            <a:off x="412955" y="3539613"/>
            <a:ext cx="1133659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8B9BFF6-4BE8-64B2-6EDB-7928877F5ED4}"/>
              </a:ext>
            </a:extLst>
          </p:cNvPr>
          <p:cNvSpPr txBox="1"/>
          <p:nvPr/>
        </p:nvSpPr>
        <p:spPr>
          <a:xfrm>
            <a:off x="3608440" y="6449961"/>
            <a:ext cx="43753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solidFill>
                  <a:schemeClr val="bg1">
                    <a:lumMod val="75000"/>
                  </a:schemeClr>
                </a:solidFill>
              </a:rPr>
              <a:t>Machine Learning (BIC703) – Mini Project</a:t>
            </a:r>
          </a:p>
        </p:txBody>
      </p:sp>
    </p:spTree>
    <p:extLst>
      <p:ext uri="{BB962C8B-B14F-4D97-AF65-F5344CB8AC3E}">
        <p14:creationId xmlns:p14="http://schemas.microsoft.com/office/powerpoint/2010/main" val="37566204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3E20E-861A-C1ED-8C51-A70ED06D9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2169" y="509496"/>
            <a:ext cx="10515600" cy="568940"/>
          </a:xfrm>
        </p:spPr>
        <p:txBody>
          <a:bodyPr>
            <a:normAutofit fontScale="90000"/>
          </a:bodyPr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04D186-7A0B-35B3-1C05-D54540A7D5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&lt;A brief description of the problem and what are you trying to achieve with your solution&gt;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56FF65A-1EE6-3870-0F41-0BA7E52A6D96}"/>
              </a:ext>
            </a:extLst>
          </p:cNvPr>
          <p:cNvCxnSpPr>
            <a:cxnSpLocks/>
          </p:cNvCxnSpPr>
          <p:nvPr/>
        </p:nvCxnSpPr>
        <p:spPr>
          <a:xfrm>
            <a:off x="727588" y="1288026"/>
            <a:ext cx="5004618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6" name="Image 2">
            <a:extLst>
              <a:ext uri="{FF2B5EF4-FFF2-40B4-BE49-F238E27FC236}">
                <a16:creationId xmlns:a16="http://schemas.microsoft.com/office/drawing/2014/main" id="{135D9871-0ED7-41D9-9C2A-B8DE0E875F8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11986" y="72434"/>
            <a:ext cx="640184" cy="677993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55F53D1-C791-0FAD-8CFD-5D09C432A4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800" y="41156"/>
            <a:ext cx="640184" cy="640184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4E0F5DA-765F-3F62-B7A4-7643EE673E0A}"/>
              </a:ext>
            </a:extLst>
          </p:cNvPr>
          <p:cNvSpPr txBox="1"/>
          <p:nvPr/>
        </p:nvSpPr>
        <p:spPr>
          <a:xfrm>
            <a:off x="3608440" y="6449961"/>
            <a:ext cx="43753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solidFill>
                  <a:schemeClr val="bg1">
                    <a:lumMod val="75000"/>
                  </a:schemeClr>
                </a:solidFill>
              </a:rPr>
              <a:t>Machine Learning (BIC703) – Mini Project</a:t>
            </a:r>
          </a:p>
        </p:txBody>
      </p:sp>
    </p:spTree>
    <p:extLst>
      <p:ext uri="{BB962C8B-B14F-4D97-AF65-F5344CB8AC3E}">
        <p14:creationId xmlns:p14="http://schemas.microsoft.com/office/powerpoint/2010/main" val="27108166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849476-69FD-F0A5-1086-011D11216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0F69E-96F7-E15A-257D-EFA8DE63D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2169" y="509496"/>
            <a:ext cx="10515600" cy="568940"/>
          </a:xfrm>
        </p:spPr>
        <p:txBody>
          <a:bodyPr>
            <a:normAutofit fontScale="90000"/>
          </a:bodyPr>
          <a:lstStyle/>
          <a:p>
            <a:r>
              <a:rPr lang="en-IN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DEF16-41C9-3D61-CBB6-147F0B2CE4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3007" y="1825626"/>
            <a:ext cx="10540181" cy="1782814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IN" sz="2000" dirty="0"/>
              <a:t>&lt; Mention a minimum of 2 to a maximum of 4 Objectives in bullets&gt;</a:t>
            </a:r>
          </a:p>
          <a:p>
            <a:r>
              <a:rPr lang="en-IN" sz="2000" dirty="0"/>
              <a:t>………………………………………………</a:t>
            </a:r>
          </a:p>
          <a:p>
            <a:r>
              <a:rPr lang="en-IN" sz="2000" dirty="0"/>
              <a:t>……………………………………………… </a:t>
            </a:r>
          </a:p>
          <a:p>
            <a:r>
              <a:rPr lang="en-IN" sz="2000" dirty="0"/>
              <a:t>………………………………………………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EE78EC9-E42F-BB27-B5B4-380C72545C28}"/>
              </a:ext>
            </a:extLst>
          </p:cNvPr>
          <p:cNvCxnSpPr>
            <a:cxnSpLocks/>
          </p:cNvCxnSpPr>
          <p:nvPr/>
        </p:nvCxnSpPr>
        <p:spPr>
          <a:xfrm>
            <a:off x="727588" y="1288026"/>
            <a:ext cx="5004618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6" name="Image 2">
            <a:extLst>
              <a:ext uri="{FF2B5EF4-FFF2-40B4-BE49-F238E27FC236}">
                <a16:creationId xmlns:a16="http://schemas.microsoft.com/office/drawing/2014/main" id="{31CD557B-4F08-895A-012A-30C22D37D01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11986" y="72434"/>
            <a:ext cx="640184" cy="677993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82BFF32-4EE3-ECE6-B250-EF0030AAE1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800" y="41156"/>
            <a:ext cx="640184" cy="64018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EEDEE0E-F567-F32B-C377-F7A00E88AC04}"/>
              </a:ext>
            </a:extLst>
          </p:cNvPr>
          <p:cNvSpPr txBox="1"/>
          <p:nvPr/>
        </p:nvSpPr>
        <p:spPr>
          <a:xfrm>
            <a:off x="703007" y="1445342"/>
            <a:ext cx="10540181" cy="38028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b="1" dirty="0"/>
              <a:t>Objectives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DFFC6E-EAA4-606C-C3A8-7FAFEA33746D}"/>
              </a:ext>
            </a:extLst>
          </p:cNvPr>
          <p:cNvSpPr txBox="1"/>
          <p:nvPr/>
        </p:nvSpPr>
        <p:spPr>
          <a:xfrm>
            <a:off x="3608440" y="6449961"/>
            <a:ext cx="43753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solidFill>
                  <a:schemeClr val="bg1">
                    <a:lumMod val="75000"/>
                  </a:schemeClr>
                </a:solidFill>
              </a:rPr>
              <a:t>Machine Learning (BIC703) – Mini Project</a:t>
            </a:r>
          </a:p>
        </p:txBody>
      </p:sp>
    </p:spTree>
    <p:extLst>
      <p:ext uri="{BB962C8B-B14F-4D97-AF65-F5344CB8AC3E}">
        <p14:creationId xmlns:p14="http://schemas.microsoft.com/office/powerpoint/2010/main" val="22035307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3B767-E560-6A80-CD75-07F2940FA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CD1B4-C504-DAD4-18A7-A713DF3F1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2169" y="509496"/>
            <a:ext cx="10515600" cy="568940"/>
          </a:xfrm>
        </p:spPr>
        <p:txBody>
          <a:bodyPr>
            <a:normAutofit fontScale="90000"/>
          </a:bodyPr>
          <a:lstStyle/>
          <a:p>
            <a:r>
              <a:rPr lang="en-IN" dirty="0"/>
              <a:t>Data Set Description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AC2FF47-3761-9FE6-B3F0-B3E0F8F3E6F5}"/>
              </a:ext>
            </a:extLst>
          </p:cNvPr>
          <p:cNvCxnSpPr>
            <a:cxnSpLocks/>
          </p:cNvCxnSpPr>
          <p:nvPr/>
        </p:nvCxnSpPr>
        <p:spPr>
          <a:xfrm>
            <a:off x="727588" y="1288026"/>
            <a:ext cx="5004618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6" name="Image 2">
            <a:extLst>
              <a:ext uri="{FF2B5EF4-FFF2-40B4-BE49-F238E27FC236}">
                <a16:creationId xmlns:a16="http://schemas.microsoft.com/office/drawing/2014/main" id="{56DCCA30-837F-E5C7-5125-48776D6EBA6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11986" y="72434"/>
            <a:ext cx="640184" cy="677993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3808C7E-FD6F-F087-47E8-FF3F9796E7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800" y="41156"/>
            <a:ext cx="640184" cy="64018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23116BB-9905-5E4F-02F0-763DF7C5BF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2766612"/>
              </p:ext>
            </p:extLst>
          </p:nvPr>
        </p:nvGraphicFramePr>
        <p:xfrm>
          <a:off x="727587" y="1640206"/>
          <a:ext cx="10540182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70091">
                  <a:extLst>
                    <a:ext uri="{9D8B030D-6E8A-4147-A177-3AD203B41FA5}">
                      <a16:colId xmlns:a16="http://schemas.microsoft.com/office/drawing/2014/main" val="866472318"/>
                    </a:ext>
                  </a:extLst>
                </a:gridCol>
                <a:gridCol w="5270091">
                  <a:extLst>
                    <a:ext uri="{9D8B030D-6E8A-4147-A177-3AD203B41FA5}">
                      <a16:colId xmlns:a16="http://schemas.microsoft.com/office/drawing/2014/main" val="15324795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b="1" dirty="0"/>
                        <a:t>Data Set Item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Description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20395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Dataset 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URL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09262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Data Set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X rows / Y Columns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1488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Independent Attributes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A, B, C, ….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60859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Dependent Attribute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9914480"/>
                  </a:ext>
                </a:extLst>
              </a:tr>
            </a:tbl>
          </a:graphicData>
        </a:graphic>
      </p:graphicFrame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8448DA97-A89B-9A68-E48C-24E671147B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9878" y="4272484"/>
            <a:ext cx="10540181" cy="1782814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IN" sz="2000" dirty="0"/>
              <a:t>Feature 1 …….</a:t>
            </a:r>
          </a:p>
          <a:p>
            <a:r>
              <a:rPr lang="en-IN" sz="2000" dirty="0"/>
              <a:t>Feature 2 …….</a:t>
            </a:r>
          </a:p>
          <a:p>
            <a:r>
              <a:rPr lang="en-IN" sz="2000" dirty="0"/>
              <a:t>Feature 3 ……</a:t>
            </a:r>
          </a:p>
          <a:p>
            <a:r>
              <a:rPr lang="en-IN" sz="2000" dirty="0"/>
              <a:t>Feature 4 ……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D3B0224-94DF-8DE0-ACAF-39A65F46788B}"/>
              </a:ext>
            </a:extLst>
          </p:cNvPr>
          <p:cNvSpPr txBox="1"/>
          <p:nvPr/>
        </p:nvSpPr>
        <p:spPr>
          <a:xfrm>
            <a:off x="727588" y="3872753"/>
            <a:ext cx="10540181" cy="38028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b="1" dirty="0"/>
              <a:t>Description of Important Features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246DA93-88E5-5FA3-E549-79ED1D502EE3}"/>
              </a:ext>
            </a:extLst>
          </p:cNvPr>
          <p:cNvSpPr txBox="1"/>
          <p:nvPr/>
        </p:nvSpPr>
        <p:spPr>
          <a:xfrm>
            <a:off x="3608440" y="6449961"/>
            <a:ext cx="43753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solidFill>
                  <a:schemeClr val="bg1">
                    <a:lumMod val="75000"/>
                  </a:schemeClr>
                </a:solidFill>
              </a:rPr>
              <a:t>Machine Learning (BIC703) – Mini Project</a:t>
            </a:r>
          </a:p>
        </p:txBody>
      </p:sp>
    </p:spTree>
    <p:extLst>
      <p:ext uri="{BB962C8B-B14F-4D97-AF65-F5344CB8AC3E}">
        <p14:creationId xmlns:p14="http://schemas.microsoft.com/office/powerpoint/2010/main" val="11020371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DD7E4-27A9-3EBE-0DE5-1542A0AF9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2E84A-8359-ED6D-B083-B4580F45F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2169" y="509496"/>
            <a:ext cx="10515600" cy="568940"/>
          </a:xfrm>
        </p:spPr>
        <p:txBody>
          <a:bodyPr>
            <a:normAutofit fontScale="90000"/>
          </a:bodyPr>
          <a:lstStyle/>
          <a:p>
            <a:r>
              <a:rPr lang="en-IN" dirty="0"/>
              <a:t>Exploratory Data Analysis - Visualizations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5E0A2D6-4302-7E79-6746-81ECB6231DBD}"/>
              </a:ext>
            </a:extLst>
          </p:cNvPr>
          <p:cNvCxnSpPr>
            <a:cxnSpLocks/>
          </p:cNvCxnSpPr>
          <p:nvPr/>
        </p:nvCxnSpPr>
        <p:spPr>
          <a:xfrm>
            <a:off x="727588" y="1288026"/>
            <a:ext cx="5004618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6" name="Image 2">
            <a:extLst>
              <a:ext uri="{FF2B5EF4-FFF2-40B4-BE49-F238E27FC236}">
                <a16:creationId xmlns:a16="http://schemas.microsoft.com/office/drawing/2014/main" id="{75324FD9-6219-8E8C-6DC3-C005CE2404B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11986" y="72434"/>
            <a:ext cx="640184" cy="677993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88A950B-6FC5-6922-32C0-71FCD11297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800" y="41156"/>
            <a:ext cx="640184" cy="640184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B65230-8E9F-587A-9C71-3A44DE8410DB}"/>
              </a:ext>
            </a:extLst>
          </p:cNvPr>
          <p:cNvSpPr txBox="1"/>
          <p:nvPr/>
        </p:nvSpPr>
        <p:spPr>
          <a:xfrm>
            <a:off x="727588" y="3151916"/>
            <a:ext cx="113267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dirty="0"/>
              <a:t>A Minimum of ‘5’ visualizations on what you understood from the data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BD02C6A-A2F9-04E0-2E6A-2575A0E4105D}"/>
              </a:ext>
            </a:extLst>
          </p:cNvPr>
          <p:cNvSpPr txBox="1"/>
          <p:nvPr/>
        </p:nvSpPr>
        <p:spPr>
          <a:xfrm>
            <a:off x="3608440" y="6449961"/>
            <a:ext cx="43753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solidFill>
                  <a:schemeClr val="bg1">
                    <a:lumMod val="75000"/>
                  </a:schemeClr>
                </a:solidFill>
              </a:rPr>
              <a:t>Machine Learning (BIC703) – Mini Project</a:t>
            </a:r>
          </a:p>
        </p:txBody>
      </p:sp>
    </p:spTree>
    <p:extLst>
      <p:ext uri="{BB962C8B-B14F-4D97-AF65-F5344CB8AC3E}">
        <p14:creationId xmlns:p14="http://schemas.microsoft.com/office/powerpoint/2010/main" val="37587552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9D4A3F-5644-138E-1C1E-09E9A2784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F7632-2D13-96A1-6CB5-446EC6946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2169" y="509496"/>
            <a:ext cx="10515600" cy="568940"/>
          </a:xfrm>
        </p:spPr>
        <p:txBody>
          <a:bodyPr>
            <a:normAutofit fontScale="90000"/>
          </a:bodyPr>
          <a:lstStyle/>
          <a:p>
            <a:r>
              <a:rPr lang="en-IN" dirty="0"/>
              <a:t>Data Preprocessing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7E895AC-35DB-2128-331B-9536ED2BD4AE}"/>
              </a:ext>
            </a:extLst>
          </p:cNvPr>
          <p:cNvCxnSpPr>
            <a:cxnSpLocks/>
          </p:cNvCxnSpPr>
          <p:nvPr/>
        </p:nvCxnSpPr>
        <p:spPr>
          <a:xfrm>
            <a:off x="727588" y="1288026"/>
            <a:ext cx="5004618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6" name="Image 2">
            <a:extLst>
              <a:ext uri="{FF2B5EF4-FFF2-40B4-BE49-F238E27FC236}">
                <a16:creationId xmlns:a16="http://schemas.microsoft.com/office/drawing/2014/main" id="{181E4106-D4E8-4C5D-969B-42A170C2E9B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11986" y="72434"/>
            <a:ext cx="640184" cy="677993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03367DD-6B3A-78AC-6EE2-2ABE91121D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800" y="41156"/>
            <a:ext cx="640184" cy="640184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053C44E-74FE-ACB9-ABFD-063A5ADB5876}"/>
              </a:ext>
            </a:extLst>
          </p:cNvPr>
          <p:cNvSpPr txBox="1"/>
          <p:nvPr/>
        </p:nvSpPr>
        <p:spPr>
          <a:xfrm>
            <a:off x="346588" y="2395897"/>
            <a:ext cx="1132676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/>
              <a:t>Data Preprocessing 1 ….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/>
              <a:t>Data Preprocessing 2 ….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/>
              <a:t>Data Preprocessing 3 ….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/>
              <a:t>Data Preprocessing 4 ….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/>
              <a:t>Data Preprocessing 5 ….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/>
              <a:t>Data Preprocessing 6 ….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1B3007-F04D-88ED-8301-D5EE3429A9A1}"/>
              </a:ext>
            </a:extLst>
          </p:cNvPr>
          <p:cNvSpPr txBox="1"/>
          <p:nvPr/>
        </p:nvSpPr>
        <p:spPr>
          <a:xfrm>
            <a:off x="484240" y="1515498"/>
            <a:ext cx="111891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The following Preprocessing steps were done to clean the data (Missing Value imputation / Null Value handling / Outlier Treatment / Feature Engineering / Feature Selection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68AF9A3-29E6-CC3E-BAF0-FD58BDB8F521}"/>
              </a:ext>
            </a:extLst>
          </p:cNvPr>
          <p:cNvSpPr txBox="1"/>
          <p:nvPr/>
        </p:nvSpPr>
        <p:spPr>
          <a:xfrm>
            <a:off x="3608440" y="6449961"/>
            <a:ext cx="43753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solidFill>
                  <a:schemeClr val="bg1">
                    <a:lumMod val="75000"/>
                  </a:schemeClr>
                </a:solidFill>
              </a:rPr>
              <a:t>Machine Learning (BIC703) – Mini Project</a:t>
            </a:r>
          </a:p>
        </p:txBody>
      </p:sp>
    </p:spTree>
    <p:extLst>
      <p:ext uri="{BB962C8B-B14F-4D97-AF65-F5344CB8AC3E}">
        <p14:creationId xmlns:p14="http://schemas.microsoft.com/office/powerpoint/2010/main" val="23799192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3D4606-32AA-C9AF-24A2-B7152ABE2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4E99F-27BE-062D-9F8E-1CE499112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2169" y="509496"/>
            <a:ext cx="10515600" cy="568940"/>
          </a:xfrm>
        </p:spPr>
        <p:txBody>
          <a:bodyPr>
            <a:normAutofit fontScale="90000"/>
          </a:bodyPr>
          <a:lstStyle/>
          <a:p>
            <a:r>
              <a:rPr lang="en-IN" dirty="0"/>
              <a:t>Initial ML Models / Results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6BBE2CA-7233-7A99-E220-A57D7E9C0C7B}"/>
              </a:ext>
            </a:extLst>
          </p:cNvPr>
          <p:cNvCxnSpPr>
            <a:cxnSpLocks/>
          </p:cNvCxnSpPr>
          <p:nvPr/>
        </p:nvCxnSpPr>
        <p:spPr>
          <a:xfrm>
            <a:off x="727588" y="1288026"/>
            <a:ext cx="5004618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6" name="Image 2">
            <a:extLst>
              <a:ext uri="{FF2B5EF4-FFF2-40B4-BE49-F238E27FC236}">
                <a16:creationId xmlns:a16="http://schemas.microsoft.com/office/drawing/2014/main" id="{DAD561A7-C5BF-A493-123C-4A243F0750E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11986" y="72434"/>
            <a:ext cx="640184" cy="677993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40BB545-D657-274D-AE98-75D15AD40F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800" y="41156"/>
            <a:ext cx="640184" cy="64018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757963B-32B9-7178-CD6A-05794AD86E49}"/>
              </a:ext>
            </a:extLst>
          </p:cNvPr>
          <p:cNvSpPr txBox="1"/>
          <p:nvPr/>
        </p:nvSpPr>
        <p:spPr>
          <a:xfrm>
            <a:off x="484240" y="1515498"/>
            <a:ext cx="111891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 detail on initial ML models used for the problem statement</a:t>
            </a:r>
          </a:p>
          <a:p>
            <a:endParaRPr lang="en-IN" dirty="0"/>
          </a:p>
          <a:p>
            <a:r>
              <a:rPr lang="en-IN" dirty="0"/>
              <a:t>Results obtained from the Initial ML models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3EEA97-CD9F-163F-559D-2447D0CB9853}"/>
              </a:ext>
            </a:extLst>
          </p:cNvPr>
          <p:cNvSpPr txBox="1"/>
          <p:nvPr/>
        </p:nvSpPr>
        <p:spPr>
          <a:xfrm>
            <a:off x="3608440" y="6449961"/>
            <a:ext cx="43753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solidFill>
                  <a:schemeClr val="bg1">
                    <a:lumMod val="75000"/>
                  </a:schemeClr>
                </a:solidFill>
              </a:rPr>
              <a:t>Machine Learning (BIC703) – Mini Project</a:t>
            </a:r>
          </a:p>
        </p:txBody>
      </p:sp>
    </p:spTree>
    <p:extLst>
      <p:ext uri="{BB962C8B-B14F-4D97-AF65-F5344CB8AC3E}">
        <p14:creationId xmlns:p14="http://schemas.microsoft.com/office/powerpoint/2010/main" val="27758578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3E7F4B-56D7-D8D4-4CA2-66E923C5D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3A287-1115-3CA4-B14B-559DE5DFF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2169" y="509496"/>
            <a:ext cx="10515600" cy="568940"/>
          </a:xfrm>
        </p:spPr>
        <p:txBody>
          <a:bodyPr>
            <a:normAutofit fontScale="90000"/>
          </a:bodyPr>
          <a:lstStyle/>
          <a:p>
            <a:r>
              <a:rPr lang="en-IN" dirty="0"/>
              <a:t>Challenges / Observations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58639AE-45B1-C32D-1660-E2A1755DB0C7}"/>
              </a:ext>
            </a:extLst>
          </p:cNvPr>
          <p:cNvCxnSpPr>
            <a:cxnSpLocks/>
          </p:cNvCxnSpPr>
          <p:nvPr/>
        </p:nvCxnSpPr>
        <p:spPr>
          <a:xfrm>
            <a:off x="727588" y="1288026"/>
            <a:ext cx="5004618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6" name="Image 2">
            <a:extLst>
              <a:ext uri="{FF2B5EF4-FFF2-40B4-BE49-F238E27FC236}">
                <a16:creationId xmlns:a16="http://schemas.microsoft.com/office/drawing/2014/main" id="{82FEEC39-F56E-10AD-A2BE-076E00D744E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11986" y="72434"/>
            <a:ext cx="640184" cy="677993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40A7C67-16D6-0563-A68B-FC9F86E63C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800" y="41156"/>
            <a:ext cx="640184" cy="64018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835E961-F08B-E522-9510-81E5FEAA348B}"/>
              </a:ext>
            </a:extLst>
          </p:cNvPr>
          <p:cNvSpPr txBox="1"/>
          <p:nvPr/>
        </p:nvSpPr>
        <p:spPr>
          <a:xfrm>
            <a:off x="3608440" y="6449961"/>
            <a:ext cx="43753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solidFill>
                  <a:schemeClr val="bg1">
                    <a:lumMod val="75000"/>
                  </a:schemeClr>
                </a:solidFill>
              </a:rPr>
              <a:t>Machine Learning (BIC703) – Mini Project</a:t>
            </a:r>
          </a:p>
        </p:txBody>
      </p:sp>
    </p:spTree>
    <p:extLst>
      <p:ext uri="{BB962C8B-B14F-4D97-AF65-F5344CB8AC3E}">
        <p14:creationId xmlns:p14="http://schemas.microsoft.com/office/powerpoint/2010/main" val="16051353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80077-A9B4-772A-0EE4-7762ACEDA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E3111-F860-095C-AD8F-9B0449900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2169" y="509496"/>
            <a:ext cx="10515600" cy="568940"/>
          </a:xfrm>
        </p:spPr>
        <p:txBody>
          <a:bodyPr>
            <a:normAutofit fontScale="90000"/>
          </a:bodyPr>
          <a:lstStyle/>
          <a:p>
            <a:r>
              <a:rPr lang="en-IN" dirty="0"/>
              <a:t>References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B53E173-7396-1C9D-FB7D-CFF8EFF03850}"/>
              </a:ext>
            </a:extLst>
          </p:cNvPr>
          <p:cNvCxnSpPr>
            <a:cxnSpLocks/>
          </p:cNvCxnSpPr>
          <p:nvPr/>
        </p:nvCxnSpPr>
        <p:spPr>
          <a:xfrm>
            <a:off x="727588" y="1288026"/>
            <a:ext cx="5004618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6" name="Image 2">
            <a:extLst>
              <a:ext uri="{FF2B5EF4-FFF2-40B4-BE49-F238E27FC236}">
                <a16:creationId xmlns:a16="http://schemas.microsoft.com/office/drawing/2014/main" id="{C03F54BB-7D3B-83A2-BE7F-2FEAE2283C7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11986" y="72434"/>
            <a:ext cx="640184" cy="677993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F1FA455-C803-44F6-3B3F-60F4C71703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800" y="41156"/>
            <a:ext cx="640184" cy="64018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3E81B54-2F42-66DF-D438-E9BCC6B84301}"/>
              </a:ext>
            </a:extLst>
          </p:cNvPr>
          <p:cNvSpPr txBox="1"/>
          <p:nvPr/>
        </p:nvSpPr>
        <p:spPr>
          <a:xfrm>
            <a:off x="3608440" y="6449961"/>
            <a:ext cx="43753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solidFill>
                  <a:schemeClr val="bg1">
                    <a:lumMod val="75000"/>
                  </a:schemeClr>
                </a:solidFill>
              </a:rPr>
              <a:t>Machine Learning (BIC703) – Mini Project</a:t>
            </a:r>
          </a:p>
        </p:txBody>
      </p:sp>
    </p:spTree>
    <p:extLst>
      <p:ext uri="{BB962C8B-B14F-4D97-AF65-F5344CB8AC3E}">
        <p14:creationId xmlns:p14="http://schemas.microsoft.com/office/powerpoint/2010/main" val="11740488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ADBDB-F950-ABF5-B78C-5B222C48F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E6093-23F1-F67D-9E74-81572F3B9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2169" y="509496"/>
            <a:ext cx="10515600" cy="568940"/>
          </a:xfrm>
        </p:spPr>
        <p:txBody>
          <a:bodyPr>
            <a:normAutofit fontScale="90000"/>
          </a:bodyPr>
          <a:lstStyle/>
          <a:p>
            <a:r>
              <a:rPr lang="en-IN" dirty="0"/>
              <a:t>Phase 2 Plan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162E63A-B64B-79FF-5024-6A39AEA3680B}"/>
              </a:ext>
            </a:extLst>
          </p:cNvPr>
          <p:cNvCxnSpPr>
            <a:cxnSpLocks/>
          </p:cNvCxnSpPr>
          <p:nvPr/>
        </p:nvCxnSpPr>
        <p:spPr>
          <a:xfrm>
            <a:off x="727588" y="1288026"/>
            <a:ext cx="5004618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6" name="Image 2">
            <a:extLst>
              <a:ext uri="{FF2B5EF4-FFF2-40B4-BE49-F238E27FC236}">
                <a16:creationId xmlns:a16="http://schemas.microsoft.com/office/drawing/2014/main" id="{9479A1A0-C245-893C-6ECA-F5EC43E708E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11986" y="72434"/>
            <a:ext cx="640184" cy="677993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3D28A60-242A-8EB5-0B6B-F5AEF86152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800" y="41156"/>
            <a:ext cx="640184" cy="64018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1C2E1-3510-9795-95FE-38C938AED2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3007" y="1825626"/>
            <a:ext cx="10540181" cy="1782814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dirty="0"/>
              <a:t>Give a bulleted Phase 2 plan</a:t>
            </a:r>
          </a:p>
          <a:p>
            <a:r>
              <a:rPr lang="en-IN" sz="2000" dirty="0"/>
              <a:t>Action 1 ……</a:t>
            </a:r>
          </a:p>
          <a:p>
            <a:r>
              <a:rPr lang="en-IN" sz="2000" dirty="0"/>
              <a:t>Action 2 ……</a:t>
            </a:r>
          </a:p>
          <a:p>
            <a:r>
              <a:rPr lang="en-IN" sz="2000" dirty="0"/>
              <a:t>Action 3 ……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E07CCC-7022-096A-40A4-7258DFFD837A}"/>
              </a:ext>
            </a:extLst>
          </p:cNvPr>
          <p:cNvSpPr txBox="1"/>
          <p:nvPr/>
        </p:nvSpPr>
        <p:spPr>
          <a:xfrm>
            <a:off x="3608440" y="6449961"/>
            <a:ext cx="43753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solidFill>
                  <a:schemeClr val="bg1">
                    <a:lumMod val="75000"/>
                  </a:schemeClr>
                </a:solidFill>
              </a:rPr>
              <a:t>Machine Learning (BIC703) – Mini Project</a:t>
            </a:r>
          </a:p>
        </p:txBody>
      </p:sp>
    </p:spTree>
    <p:extLst>
      <p:ext uri="{BB962C8B-B14F-4D97-AF65-F5344CB8AC3E}">
        <p14:creationId xmlns:p14="http://schemas.microsoft.com/office/powerpoint/2010/main" val="27580368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4AD75-9BC0-8CD1-ABB8-A9BF1C2A0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12C04-B6BE-85BF-4C7B-7D0D11D67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2169" y="509496"/>
            <a:ext cx="10515600" cy="568940"/>
          </a:xfrm>
        </p:spPr>
        <p:txBody>
          <a:bodyPr>
            <a:normAutofit fontScale="90000"/>
          </a:bodyPr>
          <a:lstStyle/>
          <a:p>
            <a:r>
              <a:rPr lang="en-IN" dirty="0"/>
              <a:t>Guide Evaluation Comments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26E68DA-9E40-519B-A3B0-9A1BD7D8B6EF}"/>
              </a:ext>
            </a:extLst>
          </p:cNvPr>
          <p:cNvCxnSpPr>
            <a:cxnSpLocks/>
          </p:cNvCxnSpPr>
          <p:nvPr/>
        </p:nvCxnSpPr>
        <p:spPr>
          <a:xfrm>
            <a:off x="727588" y="1288026"/>
            <a:ext cx="5004618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6" name="Image 2">
            <a:extLst>
              <a:ext uri="{FF2B5EF4-FFF2-40B4-BE49-F238E27FC236}">
                <a16:creationId xmlns:a16="http://schemas.microsoft.com/office/drawing/2014/main" id="{54E318F9-21E7-4086-898A-E8301BF91F2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11986" y="72434"/>
            <a:ext cx="640184" cy="677993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2D0E400-6DCD-8639-374B-F59B3D86D6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800" y="41156"/>
            <a:ext cx="640184" cy="64018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A436A60-3578-35A1-E071-119A18BAC122}"/>
              </a:ext>
            </a:extLst>
          </p:cNvPr>
          <p:cNvSpPr txBox="1"/>
          <p:nvPr/>
        </p:nvSpPr>
        <p:spPr>
          <a:xfrm>
            <a:off x="3608440" y="6449961"/>
            <a:ext cx="43753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solidFill>
                  <a:schemeClr val="bg1">
                    <a:lumMod val="75000"/>
                  </a:schemeClr>
                </a:solidFill>
              </a:rPr>
              <a:t>Machine Learning (BIC703) – Mini Project</a:t>
            </a:r>
          </a:p>
        </p:txBody>
      </p:sp>
    </p:spTree>
    <p:extLst>
      <p:ext uri="{BB962C8B-B14F-4D97-AF65-F5344CB8AC3E}">
        <p14:creationId xmlns:p14="http://schemas.microsoft.com/office/powerpoint/2010/main" val="33684229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317</Words>
  <Application>Microsoft Office PowerPoint</Application>
  <PresentationFormat>Widescreen</PresentationFormat>
  <Paragraphs>61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&lt;Project Title&gt;</vt:lpstr>
      <vt:lpstr>Problem Statement</vt:lpstr>
      <vt:lpstr>Objectives</vt:lpstr>
      <vt:lpstr>Data Set Description</vt:lpstr>
      <vt:lpstr>Exploratory Data Analysis - Visualizations</vt:lpstr>
      <vt:lpstr>Data Preprocessing</vt:lpstr>
      <vt:lpstr>Initial ML Models / Results</vt:lpstr>
      <vt:lpstr>Challenges / Observations</vt:lpstr>
      <vt:lpstr>References</vt:lpstr>
      <vt:lpstr>Phase 2 Plan</vt:lpstr>
      <vt:lpstr>Guide Evaluation Comments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Bharath Krishna</dc:creator>
  <cp:lastModifiedBy>Bharath Krishna</cp:lastModifiedBy>
  <cp:revision>16</cp:revision>
  <dcterms:created xsi:type="dcterms:W3CDTF">2026-09-11T05:48:14Z</dcterms:created>
  <dcterms:modified xsi:type="dcterms:W3CDTF">2026-09-11T06:14:30Z</dcterms:modified>
</cp:coreProperties>
</file>